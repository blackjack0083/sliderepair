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43648.53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188216.1491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Lianhuashan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