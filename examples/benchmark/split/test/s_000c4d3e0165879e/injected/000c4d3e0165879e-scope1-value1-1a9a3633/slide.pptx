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supply_area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450043.9413</c:v>
                </c:pt>
                <c:pt idx="1">
                  <c:v>182737.9688</c:v>
                </c:pt>
                <c:pt idx="2">
                  <c:v>216738.6959</c:v>
                </c:pt>
                <c:pt idx="3">
                  <c:v>127951.5086</c:v>
                </c:pt>
                <c:pt idx="4">
                  <c:v>43648.53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deal_area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rgbClr val="00B050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230894.7121</c:v>
                </c:pt>
                <c:pt idx="1">
                  <c:v>280811.5708</c:v>
                </c:pt>
                <c:pt idx="2">
                  <c:v>203021.4266</c:v>
                </c:pt>
                <c:pt idx="3">
                  <c:v>188216.1491</c:v>
                </c:pt>
                <c:pt idx="4">
                  <c:v>111887.6497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64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Market Capacity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48000"/>
            <a:ext cx="64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Supply area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68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%, while transaction area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51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 through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000" y="1332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Guangzhou Lanhuashan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Supply vs. Transaction Area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32000" y="1745999"/>
          <a:ext cx="4392000" cy="26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