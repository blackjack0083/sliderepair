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858000" cy="51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supply_area</c:v>
                </c:pt>
              </c:strCache>
            </c:strRef>
          </c:tx>
          <c:spPr>
            <a:solidFill>
              <a:srgbClr val="FFC000"/>
            </a:solidFill>
            <a:ln>
              <a:solidFill>
                <a:srgbClr val="FFC000"/>
              </a:solidFill>
            </a:ln>
          </c:spP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450043.9413</c:v>
                </c:pt>
                <c:pt idx="1">
                  <c:v>182737.9688</c:v>
                </c:pt>
                <c:pt idx="2">
                  <c:v>216738.6959</c:v>
                </c:pt>
                <c:pt idx="3">
                  <c:v>127951.5086</c:v>
                </c:pt>
                <c:pt idx="4">
                  <c:v>43648.53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deal_area</c:v>
                </c:pt>
              </c:strCache>
            </c:strRef>
          </c:tx>
          <c:spPr>
            <a:solidFill>
              <a:srgbClr val="00B050"/>
            </a:solidFill>
            <a:ln>
              <a:solidFill>
                <a:srgbClr val="00B050"/>
              </a:solidFill>
            </a:ln>
          </c:spP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230894.7121</c:v>
                </c:pt>
                <c:pt idx="1">
                  <c:v>280811.5708</c:v>
                </c:pt>
                <c:pt idx="2">
                  <c:v>203021.4266</c:v>
                </c:pt>
                <c:pt idx="3">
                  <c:v>188216.1491</c:v>
                </c:pt>
                <c:pt idx="4">
                  <c:v>111887.6497</c:v>
                </c:pt>
              </c:numCache>
            </c:numRef>
          </c:val>
        </c:ser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360000"/>
            <a:ext cx="64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方正兰亭黑_GBK"/>
              </a:rPr>
              <a:t>New-House Market Capacity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48000"/>
            <a:ext cx="6480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1E50"/>
                </a:solidFill>
                <a:latin typeface="Times New Roman"/>
              </a:rPr>
              <a:t>Supply area changed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90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%, while transaction area changed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51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% through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2024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04000" y="1332000"/>
            <a:ext cx="43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Guangzhou Lianhuashan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Supply vs. Transaction Area (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2020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) (Table)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332000" y="1745999"/>
          <a:ext cx="4392000" cy="261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