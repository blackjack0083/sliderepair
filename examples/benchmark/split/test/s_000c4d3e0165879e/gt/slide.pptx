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450043.9413</c:v>
                </c:pt>
                <c:pt idx="1">
                  <c:v>182737.9688</c:v>
                </c:pt>
                <c:pt idx="2">
                  <c:v>216738.6959</c:v>
                </c:pt>
                <c:pt idx="3">
                  <c:v>127951.5086</c:v>
                </c:pt>
                <c:pt idx="4">
                  <c:v>43648.53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230894.7121</c:v>
                </c:pt>
                <c:pt idx="1">
                  <c:v>280811.5708</c:v>
                </c:pt>
                <c:pt idx="2">
                  <c:v>203021.4266</c:v>
                </c:pt>
                <c:pt idx="3">
                  <c:v>188216.1491</c:v>
                </c:pt>
                <c:pt idx="4">
                  <c:v>111887.6497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Supply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through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08080"/>
                </a:solidFill>
                <a:latin typeface="Times New Roman"/>
              </a:rPr>
              <a:t>Guangzhou Lianhuashan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