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</c:v>
                </c:pt>
              </c:strCache>
            </c:strRef>
          </c:tx>
          <c:spPr>
            <a:solidFill>
              <a:srgbClr val="FF6699"/>
            </a:solidFill>
            <a:ln w="28575"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500.0</c:v>
                </c:pt>
                <c:pt idx="1">
                  <c:v>0.0</c:v>
                </c:pt>
                <c:pt idx="2">
                  <c:v>497.0</c:v>
                </c:pt>
                <c:pt idx="3">
                  <c:v>0.0</c:v>
                </c:pt>
                <c:pt idx="4">
                  <c:v>625.0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deal_count</c:v>
                </c:pt>
              </c:strCache>
            </c:strRef>
          </c:tx>
          <c:spPr>
            <a:solidFill>
              <a:srgbClr val="B6BFC5"/>
            </a:solidFill>
            <a:ln w="28575"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181.0</c:v>
                </c:pt>
                <c:pt idx="1">
                  <c:v>564.0</c:v>
                </c:pt>
                <c:pt idx="2">
                  <c:v>72.0</c:v>
                </c:pt>
                <c:pt idx="3">
                  <c:v>791.0</c:v>
                </c:pt>
                <c:pt idx="4">
                  <c:v>600.0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6699"/>
            </a:solidFill>
            <a:ln w="28575"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49551.73</c:v>
                </c:pt>
                <c:pt idx="1">
                  <c:v>0.0</c:v>
                </c:pt>
                <c:pt idx="2">
                  <c:v>39202.3</c:v>
                </c:pt>
                <c:pt idx="3">
                  <c:v>0.0</c:v>
                </c:pt>
                <c:pt idx="4">
                  <c:v>71906.88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B6BFC5"/>
            </a:solidFill>
            <a:ln w="28575"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16147.57</c:v>
                </c:pt>
                <c:pt idx="1">
                  <c:v>58504.49</c:v>
                </c:pt>
                <c:pt idx="2">
                  <c:v>9062.34</c:v>
                </c:pt>
                <c:pt idx="3">
                  <c:v>58888.54</c:v>
                </c:pt>
                <c:pt idx="4">
                  <c:v>54950.93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Listings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%, while transactions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231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over the period.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Fengtai (Other)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Annual Supply vs. Demand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Fengtai (Other)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