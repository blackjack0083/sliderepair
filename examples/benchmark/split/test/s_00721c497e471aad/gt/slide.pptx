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Sheet1!$A$2:$A$17</c:f>
              <c:strCache>
                <c:ptCount val="16"/>
                <c:pt idx="0">
                  <c:v>8.0-9.0M</c:v>
                </c:pt>
                <c:pt idx="1">
                  <c:v>9.0-10.0M</c:v>
                </c:pt>
                <c:pt idx="2">
                  <c:v>10.0-11.0M</c:v>
                </c:pt>
                <c:pt idx="3">
                  <c:v>11.0-12.0M</c:v>
                </c:pt>
                <c:pt idx="4">
                  <c:v>12.0-13.0M</c:v>
                </c:pt>
                <c:pt idx="5">
                  <c:v>13.0-14.0M</c:v>
                </c:pt>
                <c:pt idx="6">
                  <c:v>14.0-15.0M</c:v>
                </c:pt>
                <c:pt idx="7">
                  <c:v>15.0-16.0M</c:v>
                </c:pt>
                <c:pt idx="8">
                  <c:v>16.0-17.0M</c:v>
                </c:pt>
                <c:pt idx="9">
                  <c:v>17.0-18.0M</c:v>
                </c:pt>
                <c:pt idx="10">
                  <c:v>18.0-19.0M</c:v>
                </c:pt>
                <c:pt idx="11">
                  <c:v>19.0-20.0M</c:v>
                </c:pt>
                <c:pt idx="12">
                  <c:v>20.0-21.0M</c:v>
                </c:pt>
                <c:pt idx="13">
                  <c:v>21.0-22.0M</c:v>
                </c:pt>
                <c:pt idx="14">
                  <c:v>22.0-23.0M</c:v>
                </c:pt>
                <c:pt idx="15">
                  <c:v>≥23M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135</c:v>
                </c:pt>
                <c:pt idx="4">
                  <c:v>1</c:v>
                </c:pt>
                <c:pt idx="5">
                  <c:v>10</c:v>
                </c:pt>
                <c:pt idx="6">
                  <c:v>10</c:v>
                </c:pt>
                <c:pt idx="7">
                  <c:v>43</c:v>
                </c:pt>
                <c:pt idx="8">
                  <c:v>2</c:v>
                </c:pt>
                <c:pt idx="9">
                  <c:v>82</c:v>
                </c:pt>
                <c:pt idx="10">
                  <c:v>60</c:v>
                </c:pt>
                <c:pt idx="11">
                  <c:v>86</c:v>
                </c:pt>
                <c:pt idx="12">
                  <c:v>102</c:v>
                </c:pt>
                <c:pt idx="13">
                  <c:v>0</c:v>
                </c:pt>
                <c:pt idx="14">
                  <c:v>15</c:v>
                </c:pt>
                <c:pt idx="15">
                  <c:v>339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Mainstream types concentrate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≥23M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segments, totaling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08080"/>
                </a:solidFill>
                <a:latin typeface="Times New Roman"/>
              </a:rPr>
              <a:t>Shenzhen Xiangmi Lake New Financial Center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