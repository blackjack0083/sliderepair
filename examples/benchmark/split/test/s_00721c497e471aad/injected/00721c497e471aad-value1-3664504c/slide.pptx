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Rng Stats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cat>
            <c:strRef>
              <c:f>Sheet1!$A$2:$A$17</c:f>
              <c:strCache>
                <c:ptCount val="16"/>
                <c:pt idx="0">
                  <c:v>8.0-9.0M</c:v>
                </c:pt>
                <c:pt idx="1">
                  <c:v>9.0-10.0M</c:v>
                </c:pt>
                <c:pt idx="2">
                  <c:v>10.0-11.0M</c:v>
                </c:pt>
                <c:pt idx="3">
                  <c:v>11.0-12.0M</c:v>
                </c:pt>
                <c:pt idx="4">
                  <c:v>12.0-13.0M</c:v>
                </c:pt>
                <c:pt idx="5">
                  <c:v>13.0-14.0M</c:v>
                </c:pt>
                <c:pt idx="6">
                  <c:v>14.0-15.0M</c:v>
                </c:pt>
                <c:pt idx="7">
                  <c:v>15.0-16.0M</c:v>
                </c:pt>
                <c:pt idx="8">
                  <c:v>16.0-17.0M</c:v>
                </c:pt>
                <c:pt idx="9">
                  <c:v>17.0-18.0M</c:v>
                </c:pt>
                <c:pt idx="10">
                  <c:v>18.0-19.0M</c:v>
                </c:pt>
                <c:pt idx="11">
                  <c:v>19.0-20.0M</c:v>
                </c:pt>
                <c:pt idx="12">
                  <c:v>20.0-21.0M</c:v>
                </c:pt>
                <c:pt idx="13">
                  <c:v>21.0-22.0M</c:v>
                </c:pt>
                <c:pt idx="14">
                  <c:v>22.0-23.0M</c:v>
                </c:pt>
                <c:pt idx="15">
                  <c:v>≥23M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7</c:v>
                </c:pt>
                <c:pt idx="1">
                  <c:v>4</c:v>
                </c:pt>
                <c:pt idx="2">
                  <c:v>7</c:v>
                </c:pt>
                <c:pt idx="3">
                  <c:v>134</c:v>
                </c:pt>
                <c:pt idx="4">
                  <c:v>1</c:v>
                </c:pt>
                <c:pt idx="5">
                  <c:v>10</c:v>
                </c:pt>
                <c:pt idx="6">
                  <c:v>10</c:v>
                </c:pt>
                <c:pt idx="7">
                  <c:v>43</c:v>
                </c:pt>
                <c:pt idx="8">
                  <c:v>2</c:v>
                </c:pt>
                <c:pt idx="9">
                  <c:v>82</c:v>
                </c:pt>
                <c:pt idx="10">
                  <c:v>60</c:v>
                </c:pt>
                <c:pt idx="11">
                  <c:v>86</c:v>
                </c:pt>
                <c:pt idx="12">
                  <c:v>102</c:v>
                </c:pt>
                <c:pt idx="13">
                  <c:v>0</c:v>
                </c:pt>
                <c:pt idx="14">
                  <c:v>15</c:v>
                </c:pt>
                <c:pt idx="15">
                  <c:v>339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64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Cross-Structure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48000"/>
            <a:ext cx="64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Mainstream types concentrate in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≥23M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segments, totaling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339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000" y="1332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Shenzhen Xiangmi Lake New Financial Center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Price Segment Distribution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32000" y="1745999"/>
          <a:ext cx="4392000" cy="26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