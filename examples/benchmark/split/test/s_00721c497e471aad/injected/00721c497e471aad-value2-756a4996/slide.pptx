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</c:v>
                </c:pt>
                <c:pt idx="1">
                  <c:v>4</c:v>
                </c:pt>
                <c:pt idx="2">
                  <c:v>7</c:v>
                </c:pt>
                <c:pt idx="3">
                  <c:v>135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≥23M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305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Xiangmi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