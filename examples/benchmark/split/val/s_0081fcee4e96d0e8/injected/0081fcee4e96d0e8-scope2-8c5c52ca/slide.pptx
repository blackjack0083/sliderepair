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Resale-House Capacity &amp;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Across the period, resale transaction volume moved from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528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 to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193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units, a net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decrease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of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335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2000" y="1314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Shenzhen Nansha Port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Resale Market Summary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2026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(Table)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2400" y="1638000"/>
          <a:ext cx="8549995" cy="3131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3295"/>
                <a:gridCol w="1131340"/>
                <a:gridCol w="1131340"/>
                <a:gridCol w="1131340"/>
                <a:gridCol w="1131340"/>
                <a:gridCol w="1131340"/>
              </a:tblGrid>
              <a:tr h="867903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metric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2020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2021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2022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2023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2024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</a:tr>
              <a:tr h="754698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trade_counts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528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174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103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193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754698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avg_unit_price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47085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48947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45414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42529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35410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754698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dim_area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42866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12761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4168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9660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18050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