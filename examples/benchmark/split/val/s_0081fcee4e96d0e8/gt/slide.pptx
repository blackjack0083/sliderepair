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528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08080"/>
                </a:solidFill>
                <a:latin typeface="Times New Roman"/>
              </a:rPr>
              <a:t>Shenzhen Songgang Intelligent Manufacturing Eco-City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35410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9660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