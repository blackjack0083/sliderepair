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Area Segment Annual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-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100-120m²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remained the leading area segment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Xiuhua Street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contributing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of the total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3,837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while annual transaction volume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decreased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1,013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635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08080"/>
                </a:solidFill>
                <a:latin typeface="Times New Roman"/>
              </a:rPr>
              <a:t>Guangzhou Xiuhua Street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Annual Mix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60"/>
                <a:gridCol w="801182"/>
                <a:gridCol w="801182"/>
                <a:gridCol w="801182"/>
                <a:gridCol w="801182"/>
                <a:gridCol w="801182"/>
                <a:gridCol w="779265"/>
                <a:gridCol w="779265"/>
                <a:gridCol w="779265"/>
                <a:gridCol w="779265"/>
                <a:gridCol w="779265"/>
              </a:tblGrid>
              <a:tr h="210017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area_range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0-20m²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20-40m²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40-60m²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60-80m²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80-100m²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100-120m²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120-140m²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140-160m²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160-180m²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180-200m²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200-220m²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220-240m²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240-260m²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260-280m²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280-300m²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≥300m²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