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Area Segment Annual Trend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Across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2020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-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100-120m²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remained the leading area segment in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Xiuhua Street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contributing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55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 of the total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3,837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while annual transaction volume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decreased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from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1,013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to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635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2000" y="1314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Guangzhou Xiuhua Street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Area Segment Annual Mix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(Table)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2400" y="1638000"/>
          <a:ext cx="8549995" cy="3131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760"/>
                <a:gridCol w="801182"/>
                <a:gridCol w="801182"/>
                <a:gridCol w="801182"/>
                <a:gridCol w="801182"/>
                <a:gridCol w="801182"/>
                <a:gridCol w="779265"/>
                <a:gridCol w="779265"/>
                <a:gridCol w="779265"/>
                <a:gridCol w="779265"/>
                <a:gridCol w="779265"/>
              </a:tblGrid>
              <a:tr h="210017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area_range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supply_counts(2020)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supply_counts(2021)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supply_counts(2022)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supply_counts(2023)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supply_counts(2024)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trade_counts(2020)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trade_counts(2021)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trade_counts(2022)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trade_counts(2023)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trade_counts(2024)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0-20m²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20-40m²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40-60m²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60-80m²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62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80-100m²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386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806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138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408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148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243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100-120m²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583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356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217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117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745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686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183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254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259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120-140m²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150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80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140-160m²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160-180m²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180-200m²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200-220m²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220-240m²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240-260m²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260-280m²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280-300m²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≥300m²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