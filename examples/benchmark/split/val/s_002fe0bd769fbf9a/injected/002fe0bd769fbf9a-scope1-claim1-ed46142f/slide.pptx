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Area Segment Annual 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Across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2020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-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2024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100-120m²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remained the leading area segment in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Xiuhua Street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, contributing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of the total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3,837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 while annual transaction volume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increased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from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1,013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to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635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2000" y="1314000"/>
            <a:ext cx="54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Guangzou Xiuhua Street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Area Segment Annual Mix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(Table)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2400" y="1638000"/>
          <a:ext cx="8549995" cy="3131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60"/>
                <a:gridCol w="801182"/>
                <a:gridCol w="801182"/>
                <a:gridCol w="801182"/>
                <a:gridCol w="801182"/>
                <a:gridCol w="801182"/>
                <a:gridCol w="779265"/>
                <a:gridCol w="779265"/>
                <a:gridCol w="779265"/>
                <a:gridCol w="779265"/>
                <a:gridCol w="779265"/>
              </a:tblGrid>
              <a:tr h="210017"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area_range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supply_counts(2024)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trade_counts(2020)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trade_counts(2021)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trade_counts(2022)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trade_counts(2023)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800" b="1">
                          <a:solidFill>
                            <a:srgbClr val="FFFFFF"/>
                          </a:solidFill>
                          <a:ea typeface="方正兰亭黑_GBK"/>
                          <a:latin typeface="方正兰亭黑_GBK"/>
                        </a:rPr>
                        <a:t>trade_counts(2024)</a:t>
                      </a:r>
                    </a:p>
                  </a:txBody>
                  <a:tcPr marL="18000" marR="18000" marT="18000" marB="18000">
                    <a:solidFill>
                      <a:srgbClr val="001E50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0-20m²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20-40m²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40-60m²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60-80m²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80-100m²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148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100-120m²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356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117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745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686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259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120-140m²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80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124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140-160m²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9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160-180m²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180-200m²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7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200-220m²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220-240m²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4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240-260m²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260-280m²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280-300m²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  <a:tr h="182623"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≥300m²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16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1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0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2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5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700" b="0">
                          <a:solidFill>
                            <a:srgbClr val="000000"/>
                          </a:solidFill>
                          <a:ea typeface="方正兰亭黑_GBK"/>
                          <a:latin typeface="方正兰亭黑_GBK"/>
                        </a:rPr>
                        <a:t>3</a:t>
                      </a:r>
                    </a:p>
                  </a:txBody>
                  <a:tcPr marL="18000" marR="18000" marT="18000" marB="18000">
                    <a:solidFill>
                      <a:srgbClr val="D4E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