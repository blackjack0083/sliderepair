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</c:v>
                </c:pt>
              </c:strCache>
            </c:strRef>
          </c:tx>
          <c:spPr>
            <a:solidFill>
              <a:srgbClr val="FF6699"/>
            </a:solidFill>
            <a:ln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1140.0</c:v>
                </c:pt>
                <c:pt idx="2">
                  <c:v>1065.0</c:v>
                </c:pt>
                <c:pt idx="3">
                  <c:v>159.0</c:v>
                </c:pt>
                <c:pt idx="4">
                  <c:v>146.0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deal_count</c:v>
                </c:pt>
              </c:strCache>
            </c:strRef>
          </c:tx>
          <c:spPr>
            <a:solidFill>
              <a:srgbClr val="B6BFC5"/>
            </a:solidFill>
            <a:ln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607.0</c:v>
                </c:pt>
                <c:pt idx="1">
                  <c:v>619.0</c:v>
                </c:pt>
                <c:pt idx="2">
                  <c:v>1099.0</c:v>
                </c:pt>
                <c:pt idx="3">
                  <c:v>959.0</c:v>
                </c:pt>
                <c:pt idx="4">
                  <c:v>876.0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6699"/>
            </a:solidFill>
            <a:ln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108983.4933</c:v>
                </c:pt>
                <c:pt idx="2">
                  <c:v>108892.12</c:v>
                </c:pt>
                <c:pt idx="3">
                  <c:v>6290.41</c:v>
                </c:pt>
                <c:pt idx="4">
                  <c:v>18748.7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B6BFC5"/>
            </a:solidFill>
            <a:ln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102456.095</c:v>
                </c:pt>
                <c:pt idx="1">
                  <c:v>102616.8704</c:v>
                </c:pt>
                <c:pt idx="2">
                  <c:v>124181.3746</c:v>
                </c:pt>
                <c:pt idx="3">
                  <c:v>87383.6296</c:v>
                </c:pt>
                <c:pt idx="4">
                  <c:v>73217.6108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By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supply reached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146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and demand reached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438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Pinggu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Annual Supply vs. Demand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Pinggu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