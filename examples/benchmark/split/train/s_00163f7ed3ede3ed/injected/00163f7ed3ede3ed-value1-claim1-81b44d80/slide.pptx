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</c:v>
                </c:pt>
                <c:pt idx="4">
                  <c:v>467</c:v>
                </c:pt>
                <c:pt idx="5">
                  <c:v>318</c:v>
                </c:pt>
                <c:pt idx="6">
                  <c:v>0</c:v>
                </c:pt>
                <c:pt idx="7">
                  <c:v>46</c:v>
                </c:pt>
                <c:pt idx="8">
                  <c:v>871</c:v>
                </c:pt>
                <c:pt idx="9">
                  <c:v>0</c:v>
                </c:pt>
                <c:pt idx="10">
                  <c:v>352</c:v>
                </c:pt>
                <c:pt idx="11">
                  <c:v>361</c:v>
                </c:pt>
                <c:pt idx="12">
                  <c:v>109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454</c:v>
                </c:pt>
                <c:pt idx="17">
                  <c:v>0</c:v>
                </c:pt>
                <c:pt idx="18">
                  <c:v>154</c:v>
                </c:pt>
                <c:pt idx="19">
                  <c:v>0</c:v>
                </c:pt>
                <c:pt idx="20">
                  <c:v>3</c:v>
                </c:pt>
                <c:pt idx="21">
                  <c:v>0</c:v>
                </c:pt>
                <c:pt idx="22">
                  <c:v>362</c:v>
                </c:pt>
                <c:pt idx="23">
                  <c:v>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101</c:v>
                </c:pt>
                <c:pt idx="28">
                  <c:v>0</c:v>
                </c:pt>
                <c:pt idx="29">
                  <c:v>260</c:v>
                </c:pt>
                <c:pt idx="30">
                  <c:v>0</c:v>
                </c:pt>
                <c:pt idx="31">
                  <c:v>58</c:v>
                </c:pt>
                <c:pt idx="32">
                  <c:v>463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14</c:v>
                </c:pt>
                <c:pt idx="39">
                  <c:v>0</c:v>
                </c:pt>
                <c:pt idx="40">
                  <c:v>257</c:v>
                </c:pt>
                <c:pt idx="41">
                  <c:v>53</c:v>
                </c:pt>
                <c:pt idx="42">
                  <c:v>0</c:v>
                </c:pt>
                <c:pt idx="43">
                  <c:v>0</c:v>
                </c:pt>
                <c:pt idx="44">
                  <c:v>5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414</c:v>
                </c:pt>
                <c:pt idx="55">
                  <c:v>871</c:v>
                </c:pt>
                <c:pt idx="56">
                  <c:v>69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trade_counts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11</c:v>
                </c:pt>
                <c:pt idx="1">
                  <c:v>7</c:v>
                </c:pt>
                <c:pt idx="2">
                  <c:v>26</c:v>
                </c:pt>
                <c:pt idx="3">
                  <c:v>17</c:v>
                </c:pt>
                <c:pt idx="4">
                  <c:v>34</c:v>
                </c:pt>
                <c:pt idx="5">
                  <c:v>91</c:v>
                </c:pt>
                <c:pt idx="6">
                  <c:v>85</c:v>
                </c:pt>
                <c:pt idx="7">
                  <c:v>68</c:v>
                </c:pt>
                <c:pt idx="8">
                  <c:v>77</c:v>
                </c:pt>
                <c:pt idx="9">
                  <c:v>99</c:v>
                </c:pt>
                <c:pt idx="10">
                  <c:v>264</c:v>
                </c:pt>
                <c:pt idx="11">
                  <c:v>274</c:v>
                </c:pt>
                <c:pt idx="12">
                  <c:v>52</c:v>
                </c:pt>
                <c:pt idx="13">
                  <c:v>55</c:v>
                </c:pt>
                <c:pt idx="14">
                  <c:v>89</c:v>
                </c:pt>
                <c:pt idx="15">
                  <c:v>127</c:v>
                </c:pt>
                <c:pt idx="16">
                  <c:v>130</c:v>
                </c:pt>
                <c:pt idx="17">
                  <c:v>294</c:v>
                </c:pt>
                <c:pt idx="18">
                  <c:v>204</c:v>
                </c:pt>
                <c:pt idx="19">
                  <c:v>211</c:v>
                </c:pt>
                <c:pt idx="20">
                  <c:v>160</c:v>
                </c:pt>
                <c:pt idx="21">
                  <c:v>528</c:v>
                </c:pt>
                <c:pt idx="22">
                  <c:v>65</c:v>
                </c:pt>
                <c:pt idx="23">
                  <c:v>1914</c:v>
                </c:pt>
                <c:pt idx="24">
                  <c:v>52</c:v>
                </c:pt>
                <c:pt idx="25">
                  <c:v>21</c:v>
                </c:pt>
                <c:pt idx="26">
                  <c:v>174</c:v>
                </c:pt>
                <c:pt idx="27">
                  <c:v>77</c:v>
                </c:pt>
                <c:pt idx="28">
                  <c:v>64</c:v>
                </c:pt>
                <c:pt idx="29">
                  <c:v>45</c:v>
                </c:pt>
                <c:pt idx="30">
                  <c:v>81</c:v>
                </c:pt>
                <c:pt idx="31">
                  <c:v>84</c:v>
                </c:pt>
                <c:pt idx="32">
                  <c:v>68</c:v>
                </c:pt>
                <c:pt idx="33">
                  <c:v>90</c:v>
                </c:pt>
                <c:pt idx="34">
                  <c:v>50</c:v>
                </c:pt>
                <c:pt idx="35">
                  <c:v>52</c:v>
                </c:pt>
                <c:pt idx="36">
                  <c:v>59</c:v>
                </c:pt>
                <c:pt idx="37">
                  <c:v>82</c:v>
                </c:pt>
                <c:pt idx="38">
                  <c:v>148</c:v>
                </c:pt>
                <c:pt idx="39">
                  <c:v>114</c:v>
                </c:pt>
                <c:pt idx="40">
                  <c:v>120</c:v>
                </c:pt>
                <c:pt idx="41">
                  <c:v>202</c:v>
                </c:pt>
                <c:pt idx="42">
                  <c:v>93</c:v>
                </c:pt>
                <c:pt idx="43">
                  <c:v>70</c:v>
                </c:pt>
                <c:pt idx="44">
                  <c:v>195</c:v>
                </c:pt>
                <c:pt idx="45">
                  <c:v>120</c:v>
                </c:pt>
                <c:pt idx="46">
                  <c:v>129</c:v>
                </c:pt>
                <c:pt idx="47">
                  <c:v>86</c:v>
                </c:pt>
                <c:pt idx="48">
                  <c:v>162</c:v>
                </c:pt>
                <c:pt idx="49">
                  <c:v>40</c:v>
                </c:pt>
                <c:pt idx="50">
                  <c:v>86</c:v>
                </c:pt>
                <c:pt idx="51">
                  <c:v>68</c:v>
                </c:pt>
                <c:pt idx="52">
                  <c:v>85</c:v>
                </c:pt>
                <c:pt idx="53">
                  <c:v>110</c:v>
                </c:pt>
                <c:pt idx="54">
                  <c:v>83</c:v>
                </c:pt>
                <c:pt idx="55">
                  <c:v>63</c:v>
                </c:pt>
                <c:pt idx="56">
                  <c:v>32</c:v>
                </c:pt>
                <c:pt idx="57">
                  <c:v>100</c:v>
                </c:pt>
                <c:pt idx="58">
                  <c:v>98</c:v>
                </c:pt>
                <c:pt idx="59">
                  <c:v>62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Monthly Supply &amp; Transaction Volume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Miyun District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recorded a peak monthly transaction volume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1,914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2021-12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with an average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136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per month and an overall supply-to-demand ratio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Miyun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Monthly Supply &amp; Transactions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