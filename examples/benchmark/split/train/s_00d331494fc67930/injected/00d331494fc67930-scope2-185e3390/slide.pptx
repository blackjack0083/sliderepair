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0-20m²</c:v>
                </c:pt>
                <c:pt idx="1">
                  <c:v>20-40m²</c:v>
                </c:pt>
                <c:pt idx="2">
                  <c:v>40-60m²</c:v>
                </c:pt>
                <c:pt idx="3">
                  <c:v>60-80m²</c:v>
                </c:pt>
                <c:pt idx="4">
                  <c:v>80-100m²</c:v>
                </c:pt>
                <c:pt idx="5">
                  <c:v>100-120m²</c:v>
                </c:pt>
                <c:pt idx="6">
                  <c:v>120-140m²</c:v>
                </c:pt>
                <c:pt idx="7">
                  <c:v>140-160m²</c:v>
                </c:pt>
                <c:pt idx="8">
                  <c:v>160-180m²</c:v>
                </c:pt>
                <c:pt idx="9">
                  <c:v>180-200m²</c:v>
                </c:pt>
                <c:pt idx="10">
                  <c:v>200-220m²</c:v>
                </c:pt>
                <c:pt idx="11">
                  <c:v>220-240m²</c:v>
                </c:pt>
                <c:pt idx="12">
                  <c:v>240-260m²</c:v>
                </c:pt>
                <c:pt idx="13">
                  <c:v>260-280m²</c:v>
                </c:pt>
                <c:pt idx="14">
                  <c:v>280-300m²</c:v>
                </c:pt>
                <c:pt idx="15">
                  <c:v>≥300m²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96</c:v>
                </c:pt>
                <c:pt idx="5">
                  <c:v>45</c:v>
                </c:pt>
                <c:pt idx="6">
                  <c:v>63</c:v>
                </c:pt>
                <c:pt idx="7">
                  <c:v>31</c:v>
                </c:pt>
                <c:pt idx="8">
                  <c:v>11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Sheet1!$A$2:$A$14</c:f>
              <c:strCache>
                <c:ptCount val="13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</c:v>
                </c:pt>
                <c:pt idx="1">
                  <c:v>131</c:v>
                </c:pt>
                <c:pt idx="2">
                  <c:v>112</c:v>
                </c:pt>
                <c:pt idx="3">
                  <c:v>14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Accounting for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category stands out as the primary resale typology.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Beijing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Area Segment Distribution Statistics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Beijing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Price Segment Distribution Statistics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