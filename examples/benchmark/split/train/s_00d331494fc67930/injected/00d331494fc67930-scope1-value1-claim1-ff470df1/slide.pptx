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Area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Sheet1!$A$2:$A$17</c:f>
              <c:strCache>
                <c:ptCount val="16"/>
                <c:pt idx="0">
                  <c:v>0-20m²</c:v>
                </c:pt>
                <c:pt idx="1">
                  <c:v>20-40m²</c:v>
                </c:pt>
                <c:pt idx="2">
                  <c:v>40-60m²</c:v>
                </c:pt>
                <c:pt idx="3">
                  <c:v>60-80m²</c:v>
                </c:pt>
                <c:pt idx="4">
                  <c:v>80-100m²</c:v>
                </c:pt>
                <c:pt idx="5">
                  <c:v>100-120m²</c:v>
                </c:pt>
                <c:pt idx="6">
                  <c:v>120-140m²</c:v>
                </c:pt>
                <c:pt idx="7">
                  <c:v>140-160m²</c:v>
                </c:pt>
                <c:pt idx="8">
                  <c:v>160-180m²</c:v>
                </c:pt>
                <c:pt idx="9">
                  <c:v>180-200m²</c:v>
                </c:pt>
                <c:pt idx="10">
                  <c:v>200-220m²</c:v>
                </c:pt>
                <c:pt idx="11">
                  <c:v>220-240m²</c:v>
                </c:pt>
                <c:pt idx="12">
                  <c:v>240-260m²</c:v>
                </c:pt>
                <c:pt idx="13">
                  <c:v>260-280m²</c:v>
                </c:pt>
                <c:pt idx="14">
                  <c:v>280-300m²</c:v>
                </c:pt>
                <c:pt idx="15">
                  <c:v>≥300m²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96</c:v>
                </c:pt>
                <c:pt idx="5">
                  <c:v>45</c:v>
                </c:pt>
                <c:pt idx="6">
                  <c:v>63</c:v>
                </c:pt>
                <c:pt idx="7">
                  <c:v>31</c:v>
                </c:pt>
                <c:pt idx="8">
                  <c:v>11</c:v>
                </c:pt>
                <c:pt idx="9">
                  <c:v>1</c:v>
                </c:pt>
                <c:pt idx="10">
                  <c:v>0</c:v>
                </c:pt>
                <c:pt idx="11">
                  <c:v>3</c:v>
                </c:pt>
                <c:pt idx="12">
                  <c:v>1</c:v>
                </c:pt>
                <c:pt idx="13">
                  <c:v>1</c:v>
                </c:pt>
                <c:pt idx="14">
                  <c:v>0</c:v>
                </c:pt>
                <c:pt idx="15">
                  <c:v>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Sheet1!$A$2:$A$14</c:f>
              <c:strCache>
                <c:ptCount val="13"/>
                <c:pt idx="0">
                  <c:v>0.0-1.0M</c:v>
                </c:pt>
                <c:pt idx="1">
                  <c:v>1.0-2.0M</c:v>
                </c:pt>
                <c:pt idx="2">
                  <c:v>2.0-3.0M</c:v>
                </c:pt>
                <c:pt idx="3">
                  <c:v>3.0-4.0M</c:v>
                </c:pt>
                <c:pt idx="4">
                  <c:v>4.0-5.0M</c:v>
                </c:pt>
                <c:pt idx="5">
                  <c:v>5.0-6.0M</c:v>
                </c:pt>
                <c:pt idx="6">
                  <c:v>6.0-7.0M</c:v>
                </c:pt>
                <c:pt idx="7">
                  <c:v>7.0-8.0M</c:v>
                </c:pt>
                <c:pt idx="8">
                  <c:v>8.0-9.0M</c:v>
                </c:pt>
                <c:pt idx="9">
                  <c:v>9.0-10.0M</c:v>
                </c:pt>
                <c:pt idx="10">
                  <c:v>10.0-11.0M</c:v>
                </c:pt>
                <c:pt idx="11">
                  <c:v>11.0-12.0M</c:v>
                </c:pt>
                <c:pt idx="12">
                  <c:v>12.0-13.0M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54</c:v>
                </c:pt>
                <c:pt idx="1">
                  <c:v>131</c:v>
                </c:pt>
                <c:pt idx="2">
                  <c:v>112</c:v>
                </c:pt>
                <c:pt idx="3">
                  <c:v>14</c:v>
                </c:pt>
                <c:pt idx="4">
                  <c:v>6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  <c:pt idx="10">
                  <c:v>2</c:v>
                </c:pt>
                <c:pt idx="11">
                  <c:v>0</c:v>
                </c:pt>
                <c:pt idx="12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Resale-House Cross-Structure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Accounting for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96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units, the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80-100m²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category stands out as the primary resale typology.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Guangzhou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Resale House Total Area Segment Distribution Statistics (Bar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Guangzhou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Resale House Total Price Segment Distribution Statistics (Line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