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60-80m²</c:v>
                </c:pt>
                <c:pt idx="1">
                  <c:v>80-100m²</c:v>
                </c:pt>
                <c:pt idx="2">
                  <c:v>100-120m²</c:v>
                </c:pt>
                <c:pt idx="3">
                  <c:v>120-140m²</c:v>
                </c:pt>
                <c:pt idx="4">
                  <c:v>140-160m²</c:v>
                </c:pt>
                <c:pt idx="5">
                  <c:v>160-180m²</c:v>
                </c:pt>
                <c:pt idx="6">
                  <c:v>180-200m²</c:v>
                </c:pt>
                <c:pt idx="7">
                  <c:v>200-220m²</c:v>
                </c:pt>
                <c:pt idx="8">
                  <c:v>220-240m²</c:v>
                </c:pt>
                <c:pt idx="9">
                  <c:v>240-260m²</c:v>
                </c:pt>
                <c:pt idx="10">
                  <c:v>260-280m²</c:v>
                </c:pt>
                <c:pt idx="11">
                  <c:v>280-300m²</c:v>
                </c:pt>
                <c:pt idx="12">
                  <c:v>300-320m²</c:v>
                </c:pt>
                <c:pt idx="13">
                  <c:v>320-340m²</c:v>
                </c:pt>
                <c:pt idx="14">
                  <c:v>340-360m²</c:v>
                </c:pt>
                <c:pt idx="15">
                  <c:v>≥360m²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1209</c:v>
                </c:pt>
                <c:pt idx="2">
                  <c:v>150</c:v>
                </c:pt>
                <c:pt idx="3">
                  <c:v>89</c:v>
                </c:pt>
                <c:pt idx="4">
                  <c:v>22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  <c:pt idx="13">
                  <c:v>13.0-14.0M</c:v>
                </c:pt>
                <c:pt idx="14">
                  <c:v>14.0-15.0M</c:v>
                </c:pt>
                <c:pt idx="15">
                  <c:v>≥15M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305</c:v>
                </c:pt>
                <c:pt idx="3">
                  <c:v>907</c:v>
                </c:pt>
                <c:pt idx="4">
                  <c:v>172</c:v>
                </c:pt>
                <c:pt idx="5">
                  <c:v>31</c:v>
                </c:pt>
                <c:pt idx="6">
                  <c:v>7</c:v>
                </c:pt>
                <c:pt idx="7">
                  <c:v>19</c:v>
                </c:pt>
                <c:pt idx="8">
                  <c:v>16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typology emerged as the mainstream segment, amassing a total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1209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